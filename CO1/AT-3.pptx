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685799" y="2190866"/>
            <a:ext cx="7772401" cy="1470026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Encryption for Secure Communication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6161825" y="5060500"/>
            <a:ext cx="2757893" cy="1020046"/>
          </a:xfrm>
          <a:prstGeom prst="rect">
            <a:avLst/>
          </a:prstGeom>
        </p:spPr>
        <p:txBody>
          <a:bodyPr/>
          <a:lstStyle/>
          <a:p>
            <a:pPr defTabSz="434340">
              <a:defRPr sz="20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by: </a:t>
            </a:r>
          </a:p>
          <a:p>
            <a:pPr defTabSz="434340">
              <a:defRPr sz="20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K.Bhavana(192524178)</a:t>
            </a:r>
          </a:p>
        </p:txBody>
      </p:sp>
      <p:pic>
        <p:nvPicPr>
          <p:cNvPr id="9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63" y="244319"/>
            <a:ext cx="7710334" cy="1181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>
            <a:spLocks noGrp="1"/>
          </p:cNvSpPr>
          <p:nvPr>
            <p:ph type="title"/>
          </p:nvPr>
        </p:nvSpPr>
        <p:spPr>
          <a:xfrm>
            <a:off x="457199" y="758173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What is Encryption?</a:t>
            </a:r>
          </a:p>
        </p:txBody>
      </p:sp>
      <p:sp>
        <p:nvSpPr>
          <p:cNvPr id="9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199" y="2075100"/>
            <a:ext cx="8229601" cy="452596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Font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Definition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Encryption is the process of converting plaintext into ciphertext using an encryption algorithm and a key.</a:t>
            </a:r>
          </a:p>
          <a:p>
            <a:pPr marL="0" indent="0">
              <a:spcBef>
                <a:spcPts val="1400"/>
              </a:spcBef>
              <a:buSzTx/>
              <a:buFont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Why Encryption is Important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Protects confidential information.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Prevents unauthorized access.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secure communication over the internet.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Helps maintain user privacy.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Flow:</a:t>
            </a:r>
            <a:br/>
            <a:r>
              <a:t>Plaintext → Encryption Algorithm + Key → Ciphertext</a:t>
            </a:r>
          </a:p>
        </p:txBody>
      </p:sp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5" y="45325"/>
            <a:ext cx="1084924" cy="962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105" y="44759"/>
            <a:ext cx="901497" cy="1068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>
            <a:spLocks noGrp="1"/>
          </p:cNvSpPr>
          <p:nvPr>
            <p:ph type="title"/>
          </p:nvPr>
        </p:nvSpPr>
        <p:spPr>
          <a:xfrm>
            <a:off x="457199" y="404156"/>
            <a:ext cx="8229601" cy="11430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Types of Encryption</a:t>
            </a:r>
          </a:p>
        </p:txBody>
      </p:sp>
      <p:sp>
        <p:nvSpPr>
          <p:cNvPr id="10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57199" y="1669276"/>
            <a:ext cx="4860234" cy="4525964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spcBef>
                <a:spcPts val="1200"/>
              </a:spcBef>
              <a:buSzTx/>
              <a:buFontTx/>
              <a:buNone/>
              <a:defRPr sz="1779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Symmetric Encryption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Uses a single key for both encryption and decryption.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Faster and suitable for encrypting large amounts of data.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Commonly used in file and disk encryption.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Example: AES</a:t>
            </a:r>
          </a:p>
          <a:p>
            <a:pPr marL="0" indent="0" defTabSz="406908">
              <a:spcBef>
                <a:spcPts val="1200"/>
              </a:spcBef>
              <a:buSzTx/>
              <a:buFontTx/>
              <a:buNone/>
              <a:defRPr sz="1779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marL="0" indent="0" defTabSz="406908">
              <a:spcBef>
                <a:spcPts val="1200"/>
              </a:spcBef>
              <a:buSzTx/>
              <a:buFontTx/>
              <a:buNone/>
              <a:defRPr sz="1779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Asymmetric Encryption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Uses two keys: a Public Key and a Private Key.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More secure for sharing information over networks.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Commonly used in secure websites and digital signatures.</a:t>
            </a:r>
          </a:p>
          <a:p>
            <a:pPr marL="406908" indent="-282575" defTabSz="406908">
              <a:spcBef>
                <a:spcPts val="0"/>
              </a:spcBef>
              <a:buFont typeface="Times Roman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Example: RSA</a:t>
            </a:r>
          </a:p>
        </p:txBody>
      </p:sp>
      <p:pic>
        <p:nvPicPr>
          <p:cNvPr id="10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5" y="45325"/>
            <a:ext cx="1084924" cy="962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105" y="44759"/>
            <a:ext cx="901497" cy="1068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889" y="2159557"/>
            <a:ext cx="3579371" cy="28497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Applications</a:t>
            </a:r>
          </a:p>
        </p:txBody>
      </p:sp>
      <p:sp>
        <p:nvSpPr>
          <p:cNvPr id="11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510953"/>
            <a:ext cx="8229600" cy="461521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Encryption is widely used in many areas, including: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Online Banking and ATM transactions.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E-commerce websites for secure payments.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Secure Email communication.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Cloud storage services.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Private Networks (VPNs).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Digital Signatures for authentication.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Mobile applications and messaging services.</a:t>
            </a:r>
          </a:p>
          <a:p>
            <a:pPr marL="0" indent="0" algn="just">
              <a:spcBef>
                <a:spcPts val="1400"/>
              </a:spcBef>
              <a:buSzTx/>
              <a:buFontTx/>
              <a:buNone/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Advantages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Protects sensitive data.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Prevents cyber attacks.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privacy and confidentiality.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Builds trust in online communication.</a:t>
            </a:r>
          </a:p>
        </p:txBody>
      </p:sp>
      <p:pic>
        <p:nvPicPr>
          <p:cNvPr id="111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5" y="45325"/>
            <a:ext cx="1084924" cy="962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105" y="44759"/>
            <a:ext cx="901497" cy="1068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11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120315" indent="-120315">
              <a:spcBef>
                <a:spcPts val="120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Encryption algorithms play an important role in protecting digital information. </a:t>
            </a:r>
          </a:p>
          <a:p>
            <a:pPr marL="120315" indent="-120315">
              <a:spcBef>
                <a:spcPts val="120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They help secure personal, financial, and business data from unauthorized access. </a:t>
            </a:r>
          </a:p>
          <a:p>
            <a:pPr marL="120315" indent="-120315" algn="just">
              <a:spcBef>
                <a:spcPts val="1200"/>
              </a:spcBef>
              <a:buFontTx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Among the various algorithms, </a:t>
            </a:r>
            <a:r>
              <a:rPr b="1"/>
              <a:t>AES</a:t>
            </a:r>
            <a:r>
              <a:t> is widely used for data encryption, while </a:t>
            </a:r>
            <a:r>
              <a:rPr b="1"/>
              <a:t>RSA</a:t>
            </a:r>
            <a:r>
              <a:t> is commonly used for secure communication and digital signatures.</a:t>
            </a:r>
          </a:p>
        </p:txBody>
      </p:sp>
      <p:pic>
        <p:nvPicPr>
          <p:cNvPr id="11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5" y="45325"/>
            <a:ext cx="1084924" cy="962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106" y="44759"/>
            <a:ext cx="901497" cy="1068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hank You!"/>
          <p:cNvSpPr txBox="1"/>
          <p:nvPr/>
        </p:nvSpPr>
        <p:spPr>
          <a:xfrm>
            <a:off x="2620265" y="2596515"/>
            <a:ext cx="5124298" cy="801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Encryption for Secure Communication</vt:lpstr>
      <vt:lpstr>What is Encryption?</vt:lpstr>
      <vt:lpstr>Types of Encryption</vt:lpstr>
      <vt:lpstr>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Encryption for Secure Communication</dc:title>
  <cp:lastModifiedBy>Bhavana Kamini</cp:lastModifiedBy>
  <cp:revision>2</cp:revision>
  <dcterms:modified xsi:type="dcterms:W3CDTF">2026-07-21T11:00:56Z</dcterms:modified>
</cp:coreProperties>
</file>